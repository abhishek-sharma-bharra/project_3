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791B-7620-EC88-F807-B098D0AB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4CA70-C5C8-CD4E-721F-23F0699C2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D2DB3-D2DB-C8BE-6BB8-88A3A418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9CE53-3A4E-26CE-CE17-CADF7455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E2E9A-5306-B4F9-C7CE-24AB9C6C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12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4BBE-C57B-6007-32B1-C5A46A5F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9597C-CE25-FA21-B1A7-0C14A5D96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741CF-A6FF-399B-639B-6A67EB6D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1C457-CD4B-A34E-1B67-598012E7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47760-7D30-F9DF-2735-195367F7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85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B9BB-201A-9C71-ABBC-FC288904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3CB6A-ECF1-F46D-42A1-EC5B4034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57D25-97A5-1014-BB31-DEE0051D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6F991-2F54-3535-23CA-BE4FFC02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6155-C709-EF5A-4C79-38CE9C04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36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F8C5-5E3E-DB33-21F5-B4C9C8C8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10907-44EE-D24C-6C47-B7223677F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A2D98-3E19-A30F-D75F-EAE16A77F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9DBD8-7AD0-6BA3-FCC6-98FA3260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389CC-81B7-1E47-88F4-D8F2F1EF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3A020-9AE3-9533-8C7A-9E97D645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3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09C5-8D8D-3C86-335C-892AECA0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BA2BC-0709-DD1F-22C4-52DE0D3B8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D50CD-A494-D75E-7AB9-D2B3122DB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86746-71A9-708E-BCA6-41C09B80B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4565B-6C69-F73D-7B6B-942067164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6C080-E1C3-4C83-0B37-08071B19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9115A-DDD7-2EB8-77DB-6282C906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613EE-7465-9D44-E3EE-2235BADE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46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88EF-2F18-BB78-9DDE-06E4F4CB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EAEA-966A-347D-99F5-E4BEEC1B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17B7A-8213-1158-C9AE-E4769800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34F42-0441-6E48-2ECD-05D22126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57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571348-650B-4D63-465B-CDFD3FCC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22790-5C2B-6A79-5E29-C7BC1547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D61A8-9FE3-47E8-6CA8-65F35C1D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27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A740-5888-37DC-6F05-3A480B5F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CC9F5-4641-7A9F-7C47-3A2C67222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5BB0C-5E42-A319-8216-F26D2D0BA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EADE3-5179-876A-64BC-4F3F34ED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7772E-15CA-7FAC-E86E-EACECE82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B1A6E-560B-B29F-F0FD-719054BE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54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701C8-8379-60E5-61A3-4298941B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B4FD7-7E7A-D378-24FB-26DE48B0D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24FA9-E6EA-C264-A993-F3D13EB90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A9396-0052-5AD5-829C-F475089D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7EA0B-F454-7CA8-903F-8CC2A98E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85DEF-DED7-567D-903F-87F3800F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5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E171-ACAD-82D7-04C9-A81E6E551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4C3E3-4641-62E4-2F56-B2AEE8F2F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2499-2A57-DF87-E76F-D0C48534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7B7B-35EF-EC1D-41B9-B74BF221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30ED3-A7CB-D578-F9AF-B957357B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9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F56C90-D393-9392-411F-4F9E604F2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AA1BA-AE1D-888E-EB53-8416192D9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3E97A-5888-F467-473F-25CE5BB0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CEE86-7BE9-E7F9-0C3D-B8A84DD8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9126-83C0-CCAD-86F7-B8AB05AB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21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520A8-8DE9-EA4C-C183-7EA83C25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D6D5E-4B2C-B70D-C6B1-BC973BEC3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ACCE-762B-62B0-33DC-569EDCFB0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54E9B-8468-4FB8-A4F3-899345C1132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7E727-7DA9-9E3F-14D9-2A595353D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192D4-F80A-973C-FFBE-F2DAB2DC4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CE998-231A-4AED-A090-78C9A63A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28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68ED-4C06-A10F-484B-D5BF0D47C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F0E80-5A4B-9C4F-B473-96EC9883A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NAME- Abhishek Sharma</a:t>
            </a:r>
          </a:p>
          <a:p>
            <a:r>
              <a:rPr lang="en-US" dirty="0" err="1"/>
              <a:t>Organisation</a:t>
            </a:r>
            <a:r>
              <a:rPr lang="en-US" dirty="0"/>
              <a:t>- </a:t>
            </a:r>
            <a:r>
              <a:rPr lang="en-US" dirty="0" err="1"/>
              <a:t>NEXThikes</a:t>
            </a:r>
            <a:r>
              <a:rPr lang="en-US" dirty="0"/>
              <a:t> IT solution</a:t>
            </a:r>
          </a:p>
          <a:p>
            <a:r>
              <a:rPr lang="en-US" dirty="0"/>
              <a:t>Date-31-Jan-2026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04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B95A-E107-56B3-F00E-8950E565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1489F-63E2-3342-91C0-DABF6A3B1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EDA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Exploratory Analysis</a:t>
            </a:r>
          </a:p>
          <a:p>
            <a:r>
              <a:rPr lang="en-US" dirty="0"/>
              <a:t>Visualizations</a:t>
            </a:r>
          </a:p>
          <a:p>
            <a:r>
              <a:rPr lang="en-US" dirty="0"/>
              <a:t>Insights &amp; 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03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092F-63EE-EBFF-532B-13273FA8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1CA2-4A26-C2A1-76CF-02AEAAA6E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 (EDA) is a critical step in data analytics that helps in understanding the structure, behavior, and quality of data before applying advanced analysis.</a:t>
            </a:r>
          </a:p>
        </p:txBody>
      </p:sp>
    </p:spTree>
    <p:extLst>
      <p:ext uri="{BB962C8B-B14F-4D97-AF65-F5344CB8AC3E}">
        <p14:creationId xmlns:p14="http://schemas.microsoft.com/office/powerpoint/2010/main" val="234565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52BE-6C1F-5452-35EC-ADFFE23F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2C0A3-4FB9-6671-0441-EBDB524D9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analysis is to explore the dataset, improve data quality, and extract insights to support data-driven business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29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2FE8-A1AE-25AC-770E-058DC310A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16A6-658C-B86B-86D2-81CEDF7FF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6296"/>
            <a:ext cx="10515600" cy="4351338"/>
          </a:xfrm>
        </p:spPr>
        <p:txBody>
          <a:bodyPr/>
          <a:lstStyle/>
          <a:p>
            <a:r>
              <a:rPr lang="en-US" dirty="0"/>
              <a:t>The dataset consists of structured data containing multiple variables relevant to business analysis.</a:t>
            </a:r>
            <a:br>
              <a:rPr lang="en-US" dirty="0"/>
            </a:br>
            <a:r>
              <a:rPr lang="en-US" dirty="0"/>
              <a:t>It is used to identify trends, patterns, and relationships.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734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0FD4-3A20-E4EA-5656-D87981AA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CEC6-F42C-A9B9-9594-0CD44A9FE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Number of Rows: 1460</a:t>
            </a:r>
          </a:p>
          <a:p>
            <a:r>
              <a:rPr lang="en-IN" dirty="0"/>
              <a:t>Number of Columns: 81</a:t>
            </a:r>
          </a:p>
        </p:txBody>
      </p:sp>
    </p:spTree>
    <p:extLst>
      <p:ext uri="{BB962C8B-B14F-4D97-AF65-F5344CB8AC3E}">
        <p14:creationId xmlns:p14="http://schemas.microsoft.com/office/powerpoint/2010/main" val="92170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8432-E0B0-06FF-5CF1-12C4A5A8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Missing Value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65D13-4813-15FE-D964-F313F78B8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values were identified as they can affect the accuracy of analysis and reporting.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568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7F73-04B6-9970-C58B-C1686C26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Missing Value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C18D-3E64-E576-5D6E-521E2B8D1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Appropriate techniques such as mean, median, and logical replacement were applied.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296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C580-BC6F-D06C-7789-A7BEEC92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860CD-4586-2FC4-2578-8BDADCFB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cleaning, the dataset became consistent, reliable, and suitable for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691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CE76-1289-8927-A2EE-D177AB95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FF556-E6C0-386C-75E6-68DDA4F2F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tools such as histograms and bar charts were used to simplify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42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20D1-002D-5B11-14B7-36898BBE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Outlier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B6679-D6C0-4675-60EA-C449F401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Box plots were used to identify outliers and unusual data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582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4D6B-A3BA-DD72-0C4E-5D6B27FC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F1D06-1968-7600-D4D8-CF1DA3122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 analysis helped in identifying relationships between key variables.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742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5E04-70E4-FC38-2266-605B3718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AA2A0-332F-0AE9-9AFE-CE06D585D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 successfully enhanced data understanding and prepared the dataset for further modeling or reporting.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73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44F5-99CA-B690-F264-41317C4D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31CA5-0D4F-B233-5ABE-DA33BD8A2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Thank You</a:t>
            </a:r>
            <a:br>
              <a:rPr lang="en-IN" dirty="0"/>
            </a:br>
            <a:r>
              <a:rPr lang="en-IN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64877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247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Exploratory Data Analysis (EDA)</vt:lpstr>
      <vt:lpstr>Agenda</vt:lpstr>
      <vt:lpstr>Introduction</vt:lpstr>
      <vt:lpstr>Business Objective</vt:lpstr>
      <vt:lpstr>Dataset Overview</vt:lpstr>
      <vt:lpstr>Dataset Size</vt:lpstr>
      <vt:lpstr>Missing Value Analysis</vt:lpstr>
      <vt:lpstr>Missing Value Treatment</vt:lpstr>
      <vt:lpstr>Data Cleaning Summary</vt:lpstr>
      <vt:lpstr>: Data Visualization</vt:lpstr>
      <vt:lpstr>Outlier Detection</vt:lpstr>
      <vt:lpstr>Correlation Analysis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meghavashishtha1998@outlook.com</dc:creator>
  <cp:lastModifiedBy>meghavashishtha1998@outlook.com</cp:lastModifiedBy>
  <cp:revision>1</cp:revision>
  <dcterms:created xsi:type="dcterms:W3CDTF">2026-01-31T11:21:52Z</dcterms:created>
  <dcterms:modified xsi:type="dcterms:W3CDTF">2026-01-31T12:30:43Z</dcterms:modified>
</cp:coreProperties>
</file>